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AUC-ROC</c:v>
                  </c:pt>
                  <c:pt idx="1">
                    <c:v>AUC-PR</c:v>
                  </c:pt>
                  <c:pt idx="2">
                    <c:v>F1 Score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52.6</c:v>
                </c:pt>
                <c:pt idx="2">
                  <c:v>78.5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H2O Stacked Ensemble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AUC-ROC</c:v>
                  </c:pt>
                  <c:pt idx="1">
                    <c:v>AUC-PR</c:v>
                  </c:pt>
                  <c:pt idx="2">
                    <c:v>F1 Score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</c:v>
                </c:pt>
                <c:pt idx="1">
                  <c:v>65</c:v>
                </c:pt>
                <c:pt idx="2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Tenure</c:v>
                  </c:pt>
                  <c:pt idx="1">
                    <c:v>Contract Type</c:v>
                  </c:pt>
                  <c:pt idx="2">
                    <c:v>Device Protection</c:v>
                  </c:pt>
                  <c:pt idx="3">
                    <c:v>Online Security</c:v>
                  </c:pt>
                  <c:pt idx="4">
                    <c:v>Tech Support</c:v>
                  </c:pt>
                  <c:pt idx="5">
                    <c:v>Payment Method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22</c:v>
                </c:pt>
                <c:pt idx="2">
                  <c:v>15</c:v>
                </c:pt>
                <c:pt idx="3">
                  <c:v>12</c:v>
                </c:pt>
                <c:pt idx="4">
                  <c:v>9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Churn Prediction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Analysis for Telco Customer Retention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 Ndalla | Senior Data Scientist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Business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Telecommunications companies lose significant revenue when customers switch providers.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at-risk customers early enables proactive retention strategies.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4114800" cy="347472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Predict customer churn accurately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Identify key churn drivers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Enable targeted retention strategies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4F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7,043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18872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371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4F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188720"/>
            <a:ext cx="73152" cy="1828800"/>
          </a:xfrm>
          <a:prstGeom prst="rect">
            <a:avLst/>
          </a:prstGeom>
          <a:solidFill>
            <a:srgbClr val="0D4F5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371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4F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Kaggle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Categories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Gender, Senior Citizen, Partners, Dependents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Info: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Tenure, Contract Type, Billing, Payment Method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Phone, Internet, Streaming, Security, Tech Support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1371600"/>
            <a:ext cx="731520" cy="731520"/>
          </a:xfrm>
          <a:prstGeom prst="ellipse">
            <a:avLst/>
          </a:prstGeom>
          <a:solidFill>
            <a:srgbClr val="0D4F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&amp; Spark 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&amp; NumPy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 imputation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removal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89120" y="1371600"/>
            <a:ext cx="731520" cy="731520"/>
          </a:xfrm>
          <a:prstGeom prst="ellipse">
            <a:avLst/>
          </a:prstGeom>
          <a:solidFill>
            <a:srgbClr val="0D4F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508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520440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assembly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scaling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indexing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11887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0" y="1371600"/>
            <a:ext cx="731520" cy="731520"/>
          </a:xfrm>
          <a:prstGeom prst="ellipse">
            <a:avLst/>
          </a:prstGeom>
          <a:solidFill>
            <a:srgbClr val="0D4F5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5087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46520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Classifier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H2O AutoML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Ensemble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tracking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 Comparison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97280"/>
            <a:ext cx="2926080" cy="320040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Model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H2O AutoML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Ensemble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0" y="2743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94360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 Score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Findings: Churn Drivers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566160" y="1234440"/>
            <a:ext cx="8229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566160" y="1234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Tenure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with 40 days or less tenure are significantly more likely to churn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0" y="1234440"/>
            <a:ext cx="8229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234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Type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contract subscribers show much higher churn rates than annual contracts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3063240"/>
            <a:ext cx="82296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3063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citizens and customers without dependents are at elevated risk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63840" y="3063240"/>
            <a:ext cx="82296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3063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Add-ons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3566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device protection, online backup, and tech support increases churn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Importance Analysis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97280"/>
            <a:ext cx="29260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0" y="17373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and contract type together account for over 50% of the model's predictive power.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like gender and streaming services showed limited predictive value due to equal distribution across churn groups.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Limitations &amp; Considerations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984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may introduce bias toward majority class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Low-Impact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Gender, streaming services showed limited predictive power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 Trade-off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F1 (64%) indicates precision-recall balance opportunity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2344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2984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93776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/ Class Weights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imbalance in future iterations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interaction features from high-impact variables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decision threshold for business objectives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143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Contract Plans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463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attractive long-term contracts with bundled add-on services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Intervention Program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468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retention outreach within first 40 days of customer journey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154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Marketing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474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campaigns on high-risk segments: seniors, no dependents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160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Bundling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4805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device protection, online backup, and tech support packages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Dashboard &amp; Deployment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 Application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AWS Elastic Beanstalk for real-time churn predictions and customer insights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Elastic Beanstalk (US-East-1 Region)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available upon request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374904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600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H2O AutoML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74904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2336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Dash/Plotly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374904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3749040"/>
            <a:ext cx="1554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527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ML model achieving 87% AUC-ROC for customer churn prediction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0299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874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tenure and contract type as primary churn drivers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80720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actionable retention strategies for high-risk segments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58444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429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interactive dashboard on AWS for real-time insights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0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proactive customer retention to reduce revenue loss from churn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0" y="329184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 Ndalla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EllaN12/Customer_Churn_Analysis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ndallaella@gmail.com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Analysis</dc:title>
  <dc:subject>PptxGenJS Presentation</dc:subject>
  <dc:creator>Ella Ndalla</dc:creator>
  <cp:lastModifiedBy>Ella Ndalla</cp:lastModifiedBy>
  <cp:revision>1</cp:revision>
  <dcterms:created xsi:type="dcterms:W3CDTF">2026-02-05T03:21:17Z</dcterms:created>
  <dcterms:modified xsi:type="dcterms:W3CDTF">2026-02-05T03:21:17Z</dcterms:modified>
</cp:coreProperties>
</file>