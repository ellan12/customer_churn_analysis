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9" r:id="rId20"/>
    <p:sldId id="270" r:id="rId21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AUC-ROC</c:v>
                  </c:pt>
                  <c:pt idx="1">
                    <c:v>AUC-PR</c:v>
                  </c:pt>
                  <c:pt idx="2">
                    <c:v>F1 Score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52.6</c:v>
                </c:pt>
                <c:pt idx="2">
                  <c:v>78.5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H2O Stacked Ensemble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AUC-ROC</c:v>
                  </c:pt>
                  <c:pt idx="1">
                    <c:v>AUC-PR</c:v>
                  </c:pt>
                  <c:pt idx="2">
                    <c:v>F1 Score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</c:v>
                </c:pt>
                <c:pt idx="1">
                  <c:v>65</c:v>
                </c:pt>
                <c:pt idx="2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Tenure</c:v>
                  </c:pt>
                  <c:pt idx="1">
                    <c:v>Contract Type</c:v>
                  </c:pt>
                  <c:pt idx="2">
                    <c:v>Device Protection</c:v>
                  </c:pt>
                  <c:pt idx="3">
                    <c:v>Online Security</c:v>
                  </c:pt>
                  <c:pt idx="4">
                    <c:v>Tech Support</c:v>
                  </c:pt>
                  <c:pt idx="5">
                    <c:v>Payment Method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12</c:v>
                </c:pt>
                <c:pt idx="4">
                  <c:v>9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Churn Prediction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 · Causal Inference · Bayesian A/B Testing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 Ndalla | Senior Data Scientist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company with 71.5% churn among high-risk customers, costing $942K annually in lost revenue.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ML flags at-risk customers; causal inference validates which interventions actually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347472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Predict churn with 87% AUC-ROC accuracy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Identify and causally validate key churn drivers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Design Bayesian A/B tests to validate retention interventions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7,043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18872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188720"/>
            <a:ext cx="73152" cy="182880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Kaggle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Demographics: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Senior Citizen, Partners, Dependents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Account Info: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Tenure, Contract Type, Billing, Payment Method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Services: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Phone, Internet, Streaming, Security, Tech Support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371600"/>
            <a:ext cx="731520" cy="731520"/>
          </a:xfrm>
          <a:prstGeom prst="ellipse">
            <a:avLst/>
          </a:prstGeom>
          <a:solidFill>
            <a:srgbClr val="0D4F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&amp; Spark 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&amp; NumPy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 imputation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removal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371600"/>
            <a:ext cx="731520" cy="731520"/>
          </a:xfrm>
          <a:prstGeom prst="ellipse">
            <a:avLst/>
          </a:prstGeom>
          <a:solidFill>
            <a:srgbClr val="0D4F5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20440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assembly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scaling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indexing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0" y="1371600"/>
            <a:ext cx="731520" cy="731520"/>
          </a:xfrm>
          <a:prstGeom prst="ellipse">
            <a:avLst/>
          </a:prstGeom>
          <a:solidFill>
            <a:srgbClr val="0D4F5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5087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46520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Classifier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AutoML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Ensemble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Comparison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320040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Model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H2O AutoML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Ensemble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94360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 Score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Findings: Churn Drivers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566160" y="1234440"/>
            <a:ext cx="822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234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Tenure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60.9% churn in first 40 days vs. 23.2% baseline — a +37.7 point penalty. Strongest single predictor in the dataset.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0" y="1234440"/>
            <a:ext cx="822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234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Month-to-month: 42.7% churn | 1-Year: 11.3% | 2-Year: 2.8%. Contract length is the second highest impact feature.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3063240"/>
            <a:ext cx="8229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063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citizens and solo customers show elevated churn. Valid exogenous confounders used in causal validation model.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63840" y="3063240"/>
            <a:ext cx="8229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3063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Add-ons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Add-ons show 3.2% causal churn reduction after propensity score weighting (naive: -5.4%, causal: -3.2%).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Importance Analysis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0" y="17373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and contract type together account for over 50% of the model's predictive power.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like gender and streaming services showed limited predictive value due to equal distribution across churn groups.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Limitations &amp; Considerations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may introduce bias toward majority class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Low-Impact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streaming services showed limited predictive power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Trade-off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F1 (64%) indicates precision-recall balance opportunity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2984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3776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/ Class Weights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imbalance in future iterations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interaction features from high-impact variables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decision threshold for business objectives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43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Contract Plans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contracts with add-on services; validated by factorial A/B test design. Projected ROI: $169K/yr.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Intervention Program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touchpoints at Day 7, 14, 30. Highest ROI opportunity — 700%+ return. Projected ROI: $200K/yr.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154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Marketing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senior citizens and solo customers flagged by ML model as high-risk. Projected impact: $50K/yr.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160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Bundling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4805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Causally validated: add-ons reduce churn 3.2% after propensity score adjustment. Include in all new customer offers.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Dashboard &amp; 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 Application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AWS Elastic Beanstalk for real-time churn predictions and customer insights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Elastic Beanstalk (US-East-1 Region)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available upon request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AutoML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Dash/Plotly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527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H2O AutoML stacked ensemble achieving 87% AUC-ROC — top model among Decision Tree and ensemble candidates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0299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tenure (35% importance) and contract type (22%) as top drivers; resolved the add-on paradox via Bayesian causal inference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8072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3 prioritized Bayesian A/B tests with 92% power; Monte Carlo simulation over 1,000 runs validated sample sizes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58444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429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Streamlit + Dash dashboards on AWS; $372K projected annual profit from validated intervention strategy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0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proactive customer retention to reduce revenue loss from churn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29184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 Ndalla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EllaN12/Customer_Churn_Analysis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ndallaella@gmail.com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Causal Inference: The Add-on Paradox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Paradox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Comparison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Add-ons vs. no add-ons showed only -5.4% churn difference — no signal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Collider Bias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is a COLLIDER caused by both add-ons AND churn. Controlling for it induces artificial association.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2984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Resolution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3776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Propensity Weighting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only for valid exogenous variables: age, dependents, partner status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Causal Effect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Add-ons causally reduce churn by 3.2% (95% CI: -5.1% to -1.3%) after bias correction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Bayesian A/B Testing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Prioritized Experiments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1: Early Intervention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customers, 4 arms, days 0-60. Power: 93% to detect 15% lift. Priority: HIGHEST.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2: Factorial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customers, 2x2x2 (Contract x Payment x Add-ons). Tests synergies between interventions.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2984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Advantage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3776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Monitoring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posterior updates. Stop early when winner detected — saves 30% time vs. fixed tests.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Power Validated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simulation across 1,000 runs. P(churn_reduction &gt; 10%) &gt; 90% decision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Business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43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Intervention ROI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$200K/yr projected from 15-20% churn reduction in first-40-day cohort. Highest priority.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Bundle ROI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$169K/yr projected from factorial contract+add-on experiment. Largest addressable segment.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154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Marketing ROI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$50K/yr from messaging campaigns targeting seniors and solo customers flagged as high-risk.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160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Projected Annual Profit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4805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$372K conservatively after intervention costs. $942K current annual churn loss = 39% recovery rate.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Analysis</dc:title>
  <dc:subject>PptxGenJS Presentation</dc:subject>
  <dc:creator>Ella Ndalla</dc:creator>
  <cp:lastModifiedBy>Ella Ndalla</cp:lastModifiedBy>
  <cp:revision>1</cp:revision>
  <dcterms:created xsi:type="dcterms:W3CDTF">2026-02-05T03:21:17Z</dcterms:created>
  <dcterms:modified xsi:type="dcterms:W3CDTF">2026-02-05T03:21:17Z</dcterms:modified>
</cp:coreProperties>
</file>